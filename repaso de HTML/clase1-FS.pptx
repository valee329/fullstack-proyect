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  <p:sldId id="272" r:id="rId11"/>
    <p:sldId id="265" r:id="rId12"/>
    <p:sldId id="266" r:id="rId13"/>
    <p:sldId id="268" r:id="rId14"/>
    <p:sldId id="269" r:id="rId15"/>
    <p:sldId id="267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916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358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056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826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802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707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051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077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571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0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771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863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507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7768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7174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2946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544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8D92B8D-E4AB-4742-9A73-BCDCE55CB8A4}" type="datetimeFigureOut">
              <a:rPr lang="es-AR" smtClean="0"/>
              <a:t>13/8/2025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1AEBCA4-8B5A-446E-AD28-C071907759B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4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56264-89FA-1E56-4166-7B8F38D19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sz="6000" dirty="0"/>
              <a:t>Curso full </a:t>
            </a:r>
            <a:r>
              <a:rPr lang="es-AR" sz="6000" dirty="0" err="1"/>
              <a:t>stack</a:t>
            </a:r>
            <a:r>
              <a:rPr lang="es-AR" sz="6000" dirty="0"/>
              <a:t> </a:t>
            </a:r>
            <a:r>
              <a:rPr lang="es-AR" sz="6000" dirty="0" err="1"/>
              <a:t>developer</a:t>
            </a:r>
            <a:endParaRPr lang="es-AR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D62EB4-8CA4-C7F8-A4A1-6EFB6D9AC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CILSA ONG por la inclusión</a:t>
            </a:r>
          </a:p>
        </p:txBody>
      </p:sp>
    </p:spTree>
    <p:extLst>
      <p:ext uri="{BB962C8B-B14F-4D97-AF65-F5344CB8AC3E}">
        <p14:creationId xmlns:p14="http://schemas.microsoft.com/office/powerpoint/2010/main" val="379091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55019-5650-9EC9-F151-2DDE4AE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Guía de estudio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4ED88-C5CF-5402-61A4-BDB87336A7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Antes de empezar</a:t>
            </a:r>
          </a:p>
          <a:p>
            <a:pPr marL="0" indent="0">
              <a:buNone/>
            </a:pP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Establecer metas </a:t>
            </a:r>
            <a:r>
              <a:rPr lang="es-AR" sz="1800" kern="100" dirty="0" smtClean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claras</a:t>
            </a:r>
          </a:p>
          <a:p>
            <a:pPr lvl="1"/>
            <a:endParaRPr lang="es-AR" sz="1600" kern="100" dirty="0" smtClean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AR" sz="1800" kern="100" dirty="0" smtClean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AR" sz="1800" kern="100" dirty="0" smtClean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Conocer el plan de estudio del curso</a:t>
            </a:r>
          </a:p>
          <a:p>
            <a:pPr lvl="1"/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30445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E7C6D-D8BF-2E5B-DDB5-3E2F39A9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Primera parte del curso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27C82-AB35-581D-A211-9E35FF22F9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latin typeface="Aptos" panose="020B0004020202020204" pitchFamily="34" charset="0"/>
              </a:rPr>
              <a:t>Clase 0: </a:t>
            </a:r>
            <a:r>
              <a:rPr lang="es-ES" dirty="0">
                <a:latin typeface="Aptos" panose="020B0004020202020204" pitchFamily="34" charset="0"/>
              </a:rPr>
              <a:t>Introducción al curso, recomendaciones, nivelación</a:t>
            </a:r>
          </a:p>
          <a:p>
            <a:r>
              <a:rPr lang="es-ES" b="1" dirty="0">
                <a:latin typeface="Aptos" panose="020B0004020202020204" pitchFamily="34" charset="0"/>
              </a:rPr>
              <a:t>Clase 1: </a:t>
            </a:r>
            <a:r>
              <a:rPr lang="es-ES" dirty="0">
                <a:latin typeface="Aptos" panose="020B0004020202020204" pitchFamily="34" charset="0"/>
              </a:rPr>
              <a:t>Introducción al </a:t>
            </a:r>
            <a:r>
              <a:rPr lang="es-ES" dirty="0" err="1">
                <a:latin typeface="Aptos" panose="020B0004020202020204" pitchFamily="34" charset="0"/>
              </a:rPr>
              <a:t>testing</a:t>
            </a:r>
            <a:endParaRPr lang="es-ES" dirty="0">
              <a:latin typeface="Aptos" panose="020B0004020202020204" pitchFamily="34" charset="0"/>
            </a:endParaRPr>
          </a:p>
          <a:p>
            <a:r>
              <a:rPr lang="es-ES" b="1" dirty="0">
                <a:latin typeface="Aptos" panose="020B0004020202020204" pitchFamily="34" charset="0"/>
              </a:rPr>
              <a:t>Clase 2:</a:t>
            </a:r>
            <a:r>
              <a:rPr lang="es-ES" dirty="0">
                <a:latin typeface="Aptos" panose="020B0004020202020204" pitchFamily="34" charset="0"/>
              </a:rPr>
              <a:t> Implementación de un proyecto en hosting. Servicios en la web</a:t>
            </a:r>
          </a:p>
          <a:p>
            <a:r>
              <a:rPr lang="es-ES" b="1" dirty="0">
                <a:latin typeface="Aptos" panose="020B0004020202020204" pitchFamily="34" charset="0"/>
              </a:rPr>
              <a:t>Clase 3:</a:t>
            </a:r>
            <a:r>
              <a:rPr lang="es-ES" dirty="0">
                <a:latin typeface="Aptos" panose="020B0004020202020204" pitchFamily="34" charset="0"/>
              </a:rPr>
              <a:t> Introducción a Git</a:t>
            </a:r>
          </a:p>
          <a:p>
            <a:r>
              <a:rPr lang="es-ES" b="1" dirty="0">
                <a:latin typeface="Aptos" panose="020B0004020202020204" pitchFamily="34" charset="0"/>
              </a:rPr>
              <a:t>Clase 4-5:</a:t>
            </a:r>
            <a:r>
              <a:rPr lang="es-ES" dirty="0">
                <a:latin typeface="Aptos" panose="020B0004020202020204" pitchFamily="34" charset="0"/>
              </a:rPr>
              <a:t> Introducción a Bootstrap</a:t>
            </a:r>
          </a:p>
          <a:p>
            <a:r>
              <a:rPr lang="es-ES" b="1" dirty="0">
                <a:latin typeface="Aptos" panose="020B0004020202020204" pitchFamily="34" charset="0"/>
              </a:rPr>
              <a:t>Clase 6:</a:t>
            </a:r>
            <a:r>
              <a:rPr lang="es-ES" dirty="0">
                <a:latin typeface="Aptos" panose="020B0004020202020204" pitchFamily="34" charset="0"/>
              </a:rPr>
              <a:t> Trabajo integrador</a:t>
            </a:r>
          </a:p>
          <a:p>
            <a:endParaRPr lang="es-AR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3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E7C6D-D8BF-2E5B-DDB5-3E2F39A9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Segunda parte del curso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27C82-AB35-581D-A211-9E35FF22F9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latin typeface="Aptos" panose="020B0004020202020204" pitchFamily="34" charset="0"/>
              </a:rPr>
              <a:t>Clase 7:</a:t>
            </a:r>
            <a:r>
              <a:rPr lang="es-ES" dirty="0">
                <a:latin typeface="Aptos" panose="020B0004020202020204" pitchFamily="34" charset="0"/>
              </a:rPr>
              <a:t> Introducción a la Gestión de Proyectos y Metodologías ágiles de desarrollo</a:t>
            </a:r>
          </a:p>
          <a:p>
            <a:r>
              <a:rPr lang="es-ES" b="1" dirty="0" smtClean="0">
                <a:latin typeface="Aptos" panose="020B0004020202020204" pitchFamily="34" charset="0"/>
              </a:rPr>
              <a:t>Clase 8-9: </a:t>
            </a:r>
            <a:r>
              <a:rPr lang="es-ES" dirty="0">
                <a:latin typeface="Aptos" panose="020B0004020202020204" pitchFamily="34" charset="0"/>
              </a:rPr>
              <a:t>Introducción a las bases de datos</a:t>
            </a: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10:</a:t>
            </a:r>
            <a:r>
              <a:rPr lang="es-ES" dirty="0" smtClean="0">
                <a:latin typeface="Aptos" panose="020B0004020202020204" pitchFamily="34" charset="0"/>
              </a:rPr>
              <a:t>  </a:t>
            </a:r>
            <a:r>
              <a:rPr lang="es-ES" dirty="0">
                <a:latin typeface="Aptos" panose="020B0004020202020204" pitchFamily="34" charset="0"/>
              </a:rPr>
              <a:t>Trabajo integrador</a:t>
            </a:r>
            <a:endParaRPr lang="es-AR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08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E7C6D-D8BF-2E5B-DDB5-3E2F39A9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tercera parte del curso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27C82-AB35-581D-A211-9E35FF22F9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11:</a:t>
            </a:r>
            <a:r>
              <a:rPr lang="es-ES" dirty="0" smtClean="0">
                <a:latin typeface="Aptos" panose="020B0004020202020204" pitchFamily="34" charset="0"/>
              </a:rPr>
              <a:t> </a:t>
            </a:r>
            <a:r>
              <a:rPr lang="es-ES" dirty="0">
                <a:latin typeface="Aptos" panose="020B0004020202020204" pitchFamily="34" charset="0"/>
              </a:rPr>
              <a:t>Introducción a Node.js y Express.js</a:t>
            </a: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12:</a:t>
            </a:r>
            <a:r>
              <a:rPr lang="es-ES" dirty="0" smtClean="0">
                <a:latin typeface="Aptos" panose="020B0004020202020204" pitchFamily="34" charset="0"/>
              </a:rPr>
              <a:t> </a:t>
            </a:r>
            <a:r>
              <a:rPr lang="es-ES" dirty="0">
                <a:latin typeface="Aptos" panose="020B0004020202020204" pitchFamily="34" charset="0"/>
              </a:rPr>
              <a:t>Introducción a React.js</a:t>
            </a: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13: </a:t>
            </a:r>
            <a:r>
              <a:rPr lang="es-ES" dirty="0">
                <a:latin typeface="Aptos" panose="020B0004020202020204" pitchFamily="34" charset="0"/>
              </a:rPr>
              <a:t>Integración con base de datos</a:t>
            </a: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14: </a:t>
            </a:r>
            <a:r>
              <a:rPr lang="es-ES" dirty="0" smtClean="0">
                <a:latin typeface="Aptos" panose="020B0004020202020204" pitchFamily="34" charset="0"/>
              </a:rPr>
              <a:t>Desarrollo de Aplicaciones Full </a:t>
            </a:r>
            <a:r>
              <a:rPr lang="es-ES" dirty="0" err="1" smtClean="0">
                <a:latin typeface="Aptos" panose="020B0004020202020204" pitchFamily="34" charset="0"/>
              </a:rPr>
              <a:t>Stack</a:t>
            </a:r>
            <a:r>
              <a:rPr lang="es-ES" dirty="0" smtClean="0">
                <a:latin typeface="Aptos" panose="020B0004020202020204" pitchFamily="34" charset="0"/>
              </a:rPr>
              <a:t> con </a:t>
            </a:r>
            <a:r>
              <a:rPr lang="es-ES" dirty="0" err="1" smtClean="0">
                <a:latin typeface="Aptos" panose="020B0004020202020204" pitchFamily="34" charset="0"/>
              </a:rPr>
              <a:t>React</a:t>
            </a:r>
            <a:r>
              <a:rPr lang="es-ES" dirty="0" smtClean="0">
                <a:latin typeface="Aptos" panose="020B0004020202020204" pitchFamily="34" charset="0"/>
              </a:rPr>
              <a:t> y Node.js</a:t>
            </a:r>
            <a:endParaRPr lang="es-ES" dirty="0">
              <a:latin typeface="Aptos" panose="020B0004020202020204" pitchFamily="34" charset="0"/>
            </a:endParaRP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15: </a:t>
            </a:r>
            <a:r>
              <a:rPr lang="es-ES" dirty="0">
                <a:latin typeface="Aptos" panose="020B0004020202020204" pitchFamily="34" charset="0"/>
              </a:rPr>
              <a:t>Explicación del trabajo final y desarrollo en grupo</a:t>
            </a:r>
          </a:p>
          <a:p>
            <a:r>
              <a:rPr lang="es-ES" b="1" dirty="0">
                <a:latin typeface="Aptos" panose="020B0004020202020204" pitchFamily="34" charset="0"/>
              </a:rPr>
              <a:t>Clase </a:t>
            </a:r>
            <a:r>
              <a:rPr lang="es-ES" b="1" dirty="0" smtClean="0">
                <a:latin typeface="Aptos" panose="020B0004020202020204" pitchFamily="34" charset="0"/>
              </a:rPr>
              <a:t>16: </a:t>
            </a:r>
            <a:r>
              <a:rPr lang="es-ES" dirty="0">
                <a:latin typeface="Aptos" panose="020B0004020202020204" pitchFamily="34" charset="0"/>
              </a:rPr>
              <a:t>Presentación del trabajo final y demostración</a:t>
            </a:r>
          </a:p>
        </p:txBody>
      </p:sp>
    </p:spTree>
    <p:extLst>
      <p:ext uri="{BB962C8B-B14F-4D97-AF65-F5344CB8AC3E}">
        <p14:creationId xmlns:p14="http://schemas.microsoft.com/office/powerpoint/2010/main" val="296251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55019-5650-9EC9-F151-2DDE4AE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Guía de estudio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4ED88-C5CF-5402-61A4-BDB87336A7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34368"/>
            <a:ext cx="10394707" cy="331118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AR" sz="2400" b="1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Organización del tiempo</a:t>
            </a:r>
          </a:p>
          <a:p>
            <a:pPr marL="0" indent="0">
              <a:spcBef>
                <a:spcPts val="0"/>
              </a:spcBef>
              <a:buNone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s-A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 calendario de estudio</a:t>
            </a: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s-A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s-A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Establecer horarios de estudio </a:t>
            </a:r>
            <a:endParaRPr lang="es-AR" sz="2800" dirty="0"/>
          </a:p>
          <a:p>
            <a:pPr marL="0" indent="0">
              <a:spcBef>
                <a:spcPts val="0"/>
              </a:spcBef>
              <a:buNone/>
            </a:pP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81824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55019-5650-9EC9-F151-2DDE4AE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Guía de estudio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4ED88-C5CF-5402-61A4-BDB87336A7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24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Actividades individuales</a:t>
            </a: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Leer con atención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s-A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Realizar ejercicios prácticos</a:t>
            </a: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s-A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Investigar por tu cuenta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13202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55019-5650-9EC9-F151-2DDE4AE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Guía de estudio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4ED88-C5CF-5402-61A4-BDB87336A7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10394707" cy="3311189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s-AR" sz="2400" b="1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Actividades Grupales</a:t>
            </a:r>
          </a:p>
          <a:p>
            <a:pPr marL="0" indent="0" algn="just">
              <a:spcBef>
                <a:spcPts val="0"/>
              </a:spcBef>
              <a:buNone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Participar activamente en las tareas</a:t>
            </a: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s-A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Desarrollar tus habilidades colaborativas</a:t>
            </a: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Desarrollar tus habilidades de realimentación</a:t>
            </a:r>
          </a:p>
          <a:p>
            <a:pPr marL="0" indent="0">
              <a:spcBef>
                <a:spcPts val="0"/>
              </a:spcBef>
              <a:buNone/>
            </a:pP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381963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55019-5650-9EC9-F151-2DDE4AE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Guía de estudio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4ED88-C5CF-5402-61A4-BDB87336A7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s-AR" sz="2400" b="1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 último:</a:t>
            </a:r>
          </a:p>
          <a:p>
            <a:pPr marL="0" indent="0" algn="just">
              <a:spcBef>
                <a:spcPts val="0"/>
              </a:spcBef>
              <a:buNone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Explorar recursos en línea</a:t>
            </a: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s-AR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Acceder a comunidades de desarrolladores</a:t>
            </a: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tener miedo a equivocarse  / retroceder nunca, rendirse jamás! </a:t>
            </a:r>
            <a:r>
              <a:rPr lang="es-A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s-A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315090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2BFFE-4489-3B91-7564-B39B54FF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Ejercitacion</a:t>
            </a:r>
            <a:r>
              <a:rPr lang="es-AR" dirty="0"/>
              <a:t> propuesta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25F56-AB55-7E45-BA86-4F88D343A5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AR" dirty="0">
                <a:latin typeface="Aptos" panose="020B0004020202020204" pitchFamily="34" charset="0"/>
              </a:rPr>
              <a:t>Leer el apunte inicial </a:t>
            </a:r>
          </a:p>
          <a:p>
            <a:endParaRPr lang="es-AR" dirty="0">
              <a:latin typeface="Aptos" panose="020B0004020202020204" pitchFamily="34" charset="0"/>
            </a:endParaRPr>
          </a:p>
          <a:p>
            <a:r>
              <a:rPr lang="es-AR" dirty="0">
                <a:latin typeface="Aptos" panose="020B0004020202020204" pitchFamily="34" charset="0"/>
              </a:rPr>
              <a:t>Recorrer el material de apoyo</a:t>
            </a:r>
          </a:p>
          <a:p>
            <a:endParaRPr lang="es-AR" dirty="0">
              <a:latin typeface="Aptos" panose="020B0004020202020204" pitchFamily="34" charset="0"/>
            </a:endParaRPr>
          </a:p>
          <a:p>
            <a:r>
              <a:rPr lang="es-AR" dirty="0">
                <a:latin typeface="Aptos" panose="020B0004020202020204" pitchFamily="34" charset="0"/>
              </a:rPr>
              <a:t>Realizar las actividades propuestas</a:t>
            </a:r>
          </a:p>
        </p:txBody>
      </p:sp>
    </p:spTree>
    <p:extLst>
      <p:ext uri="{BB962C8B-B14F-4D97-AF65-F5344CB8AC3E}">
        <p14:creationId xmlns:p14="http://schemas.microsoft.com/office/powerpoint/2010/main" val="2986752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9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5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7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33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BF2F91-B8B6-400A-961C-AF1AEDDCDF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B157DF2-FF72-4CE9-BE7D-EBD5A782CF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36666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3A9C03B3-AFE8-45FC-B9A1-A3CB20F7B4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04" y="0"/>
            <a:ext cx="5308097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39" y="1304458"/>
            <a:ext cx="4333118" cy="2901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800"/>
              <a:t>Apoyo para nivelación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193F20-27E5-4AC4-ACD4-67265B1A6A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162" y="0"/>
            <a:ext cx="5255022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62ED33-0EFC-415C-8E4E-2A37E4209A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52622"/>
            <a:ext cx="5256685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7EE995-DC08-46F2-A1EA-015EAE44A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450792"/>
            <a:ext cx="5634294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04B773-EF1B-E8F5-8143-015BFB82E6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228"/>
          <a:stretch/>
        </p:blipFill>
        <p:spPr>
          <a:xfrm>
            <a:off x="6347970" y="1304458"/>
            <a:ext cx="5160018" cy="40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90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4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BF2F91-B8B6-400A-961C-AF1AEDDCDF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B157DF2-FF72-4CE9-BE7D-EBD5A782CF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36666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">
            <a:extLst>
              <a:ext uri="{FF2B5EF4-FFF2-40B4-BE49-F238E27FC236}">
                <a16:creationId xmlns:a16="http://schemas.microsoft.com/office/drawing/2014/main" id="{3A9C03B3-AFE8-45FC-B9A1-A3CB20F7B4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04" y="0"/>
            <a:ext cx="5308097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85" y="1538533"/>
            <a:ext cx="4333118" cy="33101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0" dirty="0" err="1" smtClean="0"/>
              <a:t>Ejercicio</a:t>
            </a:r>
            <a:r>
              <a:rPr lang="en-US" sz="7000" dirty="0" smtClean="0"/>
              <a:t>  </a:t>
            </a:r>
            <a:r>
              <a:rPr lang="en-US" sz="7000" dirty="0" smtClean="0"/>
              <a:t/>
            </a:r>
            <a:br>
              <a:rPr lang="en-US" sz="7000" dirty="0" smtClean="0"/>
            </a:br>
            <a:r>
              <a:rPr lang="en-US" sz="7000" dirty="0"/>
              <a:t/>
            </a:r>
            <a:br>
              <a:rPr lang="en-US" sz="7000" dirty="0"/>
            </a:br>
            <a:r>
              <a:rPr lang="en-US" sz="7000" dirty="0" smtClean="0"/>
              <a:t>Paso 1</a:t>
            </a:r>
            <a:endParaRPr lang="en-US" sz="7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193F20-27E5-4AC4-ACD4-67265B1A6A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162" y="0"/>
            <a:ext cx="5255022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2ED33-0EFC-415C-8E4E-2A37E4209A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52622"/>
            <a:ext cx="5256685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7EE995-DC08-46F2-A1EA-015EAE44A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450792"/>
            <a:ext cx="5634294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156" y="907669"/>
            <a:ext cx="4572000" cy="4838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089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4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BF2F91-B8B6-400A-961C-AF1AEDDCDF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B157DF2-FF72-4CE9-BE7D-EBD5A782CF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36666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">
            <a:extLst>
              <a:ext uri="{FF2B5EF4-FFF2-40B4-BE49-F238E27FC236}">
                <a16:creationId xmlns:a16="http://schemas.microsoft.com/office/drawing/2014/main" id="{3A9C03B3-AFE8-45FC-B9A1-A3CB20F7B4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04" y="0"/>
            <a:ext cx="5308097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39" y="1304458"/>
            <a:ext cx="4333118" cy="2901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0" dirty="0" smtClean="0"/>
              <a:t>Paso </a:t>
            </a:r>
            <a:r>
              <a:rPr lang="en-US" sz="7000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193F20-27E5-4AC4-ACD4-67265B1A6A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162" y="0"/>
            <a:ext cx="5255022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2ED33-0EFC-415C-8E4E-2A37E4209A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52622"/>
            <a:ext cx="5256685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7EE995-DC08-46F2-A1EA-015EAE44A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450792"/>
            <a:ext cx="5634294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055" y="940405"/>
            <a:ext cx="4516201" cy="49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77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4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BF2F91-B8B6-400A-961C-AF1AEDDCDF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B157DF2-FF72-4CE9-BE7D-EBD5A782CF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36666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">
            <a:extLst>
              <a:ext uri="{FF2B5EF4-FFF2-40B4-BE49-F238E27FC236}">
                <a16:creationId xmlns:a16="http://schemas.microsoft.com/office/drawing/2014/main" id="{3A9C03B3-AFE8-45FC-B9A1-A3CB20F7B4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04" y="0"/>
            <a:ext cx="5308097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39" y="1304458"/>
            <a:ext cx="4333118" cy="2901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000" dirty="0" smtClean="0"/>
              <a:t>Paso </a:t>
            </a:r>
            <a:r>
              <a:rPr lang="en-US" sz="7000" dirty="0"/>
              <a:t>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193F20-27E5-4AC4-ACD4-67265B1A6A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162" y="0"/>
            <a:ext cx="5255022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2ED33-0EFC-415C-8E4E-2A37E4209A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52622"/>
            <a:ext cx="5256685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7EE995-DC08-46F2-A1EA-015EAE44A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450792"/>
            <a:ext cx="5634294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68" y="1039083"/>
            <a:ext cx="4668126" cy="492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0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4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48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BF2F91-B8B6-400A-961C-AF1AEDDCDF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B157DF2-FF72-4CE9-BE7D-EBD5A782CF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36666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">
            <a:extLst>
              <a:ext uri="{FF2B5EF4-FFF2-40B4-BE49-F238E27FC236}">
                <a16:creationId xmlns:a16="http://schemas.microsoft.com/office/drawing/2014/main" id="{3A9C03B3-AFE8-45FC-B9A1-A3CB20F7B4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04" y="0"/>
            <a:ext cx="5308097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39" y="1304458"/>
            <a:ext cx="4333118" cy="2901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000" dirty="0" err="1" smtClean="0"/>
              <a:t>paso</a:t>
            </a:r>
            <a:r>
              <a:rPr lang="en-US" sz="7000" dirty="0" smtClean="0"/>
              <a:t> </a:t>
            </a:r>
            <a:r>
              <a:rPr lang="en-US" sz="7000" dirty="0"/>
              <a:t>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193F20-27E5-4AC4-ACD4-67265B1A6A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162" y="0"/>
            <a:ext cx="5255022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2ED33-0EFC-415C-8E4E-2A37E4209A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52622"/>
            <a:ext cx="5256685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7EE995-DC08-46F2-A1EA-015EAE44A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450792"/>
            <a:ext cx="5634294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545" y="705110"/>
            <a:ext cx="5091726" cy="54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5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53" y="0"/>
            <a:ext cx="4450480" cy="615946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5CE73DE-EC43-1F6E-11CA-146CEF242913}"/>
              </a:ext>
            </a:extLst>
          </p:cNvPr>
          <p:cNvSpPr txBox="1">
            <a:spLocks/>
          </p:cNvSpPr>
          <p:nvPr/>
        </p:nvSpPr>
        <p:spPr>
          <a:xfrm>
            <a:off x="870155" y="1201219"/>
            <a:ext cx="4333118" cy="29017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AR" sz="7000" dirty="0" smtClean="0"/>
              <a:t>Quien quiera</a:t>
            </a:r>
            <a:endParaRPr lang="es-AR" sz="7000" dirty="0"/>
          </a:p>
        </p:txBody>
      </p:sp>
    </p:spTree>
    <p:extLst>
      <p:ext uri="{BB962C8B-B14F-4D97-AF65-F5344CB8AC3E}">
        <p14:creationId xmlns:p14="http://schemas.microsoft.com/office/powerpoint/2010/main" val="510822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312</TotalTime>
  <Words>284</Words>
  <Application>Microsoft Office PowerPoint</Application>
  <PresentationFormat>Panorámica</PresentationFormat>
  <Paragraphs>69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Arial</vt:lpstr>
      <vt:lpstr>Impact</vt:lpstr>
      <vt:lpstr>Symbol</vt:lpstr>
      <vt:lpstr>Times New Roman</vt:lpstr>
      <vt:lpstr>Wingdings</vt:lpstr>
      <vt:lpstr>Evento principal</vt:lpstr>
      <vt:lpstr>Curso full stack developer</vt:lpstr>
      <vt:lpstr>Guía de estudio y recomendaciones</vt:lpstr>
      <vt:lpstr>Primera parte del curso</vt:lpstr>
      <vt:lpstr>Segunda parte del curso</vt:lpstr>
      <vt:lpstr>tercera parte del curso</vt:lpstr>
      <vt:lpstr>Guía de estudio y recomendaciones</vt:lpstr>
      <vt:lpstr>Guía de estudio y recomendaciones</vt:lpstr>
      <vt:lpstr>Guía de estudio y recomendaciones</vt:lpstr>
      <vt:lpstr>Guía de estudio y recomendaciones</vt:lpstr>
      <vt:lpstr>Ejercitacion propuesta</vt:lpstr>
      <vt:lpstr>Apoyo para nivelación</vt:lpstr>
      <vt:lpstr>Ejercicio    Paso 1</vt:lpstr>
      <vt:lpstr>Paso 2</vt:lpstr>
      <vt:lpstr>Paso 3</vt:lpstr>
      <vt:lpstr>paso 4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full stack developer</dc:title>
  <dc:creator>Nahuel Gonzalez</dc:creator>
  <cp:lastModifiedBy>Usuario</cp:lastModifiedBy>
  <cp:revision>21</cp:revision>
  <dcterms:created xsi:type="dcterms:W3CDTF">2024-06-07T21:52:55Z</dcterms:created>
  <dcterms:modified xsi:type="dcterms:W3CDTF">2025-08-13T16:52:29Z</dcterms:modified>
</cp:coreProperties>
</file>